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4000"/>
            </a:pPr>
            <a:r>
              <a:t>AI-Powered Web App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 i="0"/>
            </a:pPr>
            <a:r>
              <a:t>From Idea to Paid SaaS – Build Real Apps for $10/Month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 i="0">
                <a:solidFill>
                  <a:srgbClr val="465A8C"/>
                </a:solidFill>
              </a:defRPr>
            </a:pPr>
            <a:r>
              <a:t>Saravanan Rajagopalan / CodeLaunchAI</a:t>
            </a:r>
            <a:br/>
            <a:r>
              <a:t>2025-12-29</a:t>
            </a:r>
          </a:p>
        </p:txBody>
      </p:sp>
      <p:pic>
        <p:nvPicPr>
          <p:cNvPr id="5" name="Picture 4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65760"/>
            <a:ext cx="27432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Learning web development is slow and fragmented.</a:t>
            </a:r>
          </a:p>
          <a:p>
            <a:pPr>
              <a:defRPr sz="2400"/>
            </a:pPr>
            <a:r>
              <a:t>Existing no-code / AI tools are expensive or limited.</a:t>
            </a:r>
          </a:p>
          <a:p>
            <a:pPr>
              <a:defRPr sz="2400"/>
            </a:pPr>
            <a:r>
              <a:t>Students and indie developers struggle to build production-ready apps with payments.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 i="0">
                <a:solidFill>
                  <a:srgbClr val="465A8C"/>
                </a:solidFill>
              </a:defRPr>
            </a:pPr>
            <a:r>
              <a:t>Complexity • Time Lost • Money Wasted</a:t>
            </a:r>
          </a:p>
        </p:txBody>
      </p:sp>
      <p:pic>
        <p:nvPicPr>
          <p:cNvPr id="5" name="Picture 4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AI generates full-stack apps (frontend + backend)</a:t>
            </a:r>
          </a:p>
          <a:p>
            <a:pPr>
              <a:defRPr sz="2400"/>
            </a:pPr>
            <a:r>
              <a:t>Built-in Stripe payments &amp; subscriptions</a:t>
            </a:r>
          </a:p>
          <a:p>
            <a:pPr>
              <a:defRPr sz="2400"/>
            </a:pPr>
            <a:r>
              <a:t>Credit-based AI usage system (cost-efficient)</a:t>
            </a:r>
          </a:p>
          <a:p>
            <a:pPr>
              <a:defRPr sz="2400"/>
            </a:pPr>
            <a:r>
              <a:t>Editable, deployable, learning-focused code</a:t>
            </a:r>
          </a:p>
        </p:txBody>
      </p:sp>
      <p:pic>
        <p:nvPicPr>
          <p:cNvPr id="4" name="Picture 3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Product Demo /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Landing page screenshot (student-friendly UI)</a:t>
            </a:r>
          </a:p>
          <a:p>
            <a:pPr>
              <a:defRPr sz="2400"/>
            </a:pPr>
            <a:r>
              <a:t>AI app generation workflow</a:t>
            </a:r>
          </a:p>
          <a:p>
            <a:pPr>
              <a:defRPr sz="2400"/>
            </a:pPr>
            <a:r>
              <a:t>Stripe integration example</a:t>
            </a:r>
          </a:p>
          <a:p>
            <a:pPr>
              <a:defRPr sz="2400"/>
            </a:pPr>
            <a:r>
              <a:t>Code export / deployment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669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 i="1">
                <a:solidFill>
                  <a:srgbClr val="646464"/>
                </a:solidFill>
              </a:defRPr>
            </a:pPr>
            <a:r>
              <a:t>Note: Insert relevant screenshots or mockups here.</a:t>
            </a:r>
          </a:p>
        </p:txBody>
      </p:sp>
      <p:pic>
        <p:nvPicPr>
          <p:cNvPr id="5" name="Picture 4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Target Market (TAM / SAM / SOM)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TAM: 70M global students, bootcamp attendees, self-taught devs</a:t>
            </a:r>
          </a:p>
          <a:p>
            <a:pPr>
              <a:defRPr sz="2400"/>
            </a:pPr>
            <a:r>
              <a:t>SAM: 700,000 reachable users in 1–3 years</a:t>
            </a:r>
          </a:p>
          <a:p>
            <a:pPr>
              <a:defRPr sz="2400"/>
            </a:pPr>
            <a:r>
              <a:t>SOM: 7,000 paying users early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669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 i="1">
                <a:solidFill>
                  <a:srgbClr val="646464"/>
                </a:solidFill>
              </a:defRPr>
            </a:pPr>
            <a:r>
              <a:t>Note: Show funnel/bar chart comparison.</a:t>
            </a:r>
          </a:p>
        </p:txBody>
      </p:sp>
      <p:pic>
        <p:nvPicPr>
          <p:cNvPr id="5" name="Picture 4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Competitor Comparison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2011680"/>
          <a:ext cx="10058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914"/>
                <a:gridCol w="1436914"/>
                <a:gridCol w="1436914"/>
                <a:gridCol w="1436914"/>
                <a:gridCol w="1436914"/>
                <a:gridCol w="1436914"/>
                <a:gridCol w="1436916"/>
              </a:tblGrid>
              <a:tr h="39624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Our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Replit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Lovable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Bubble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UI-Only AI Tools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Full-stack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Stripe subs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Built-in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Editable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Student-friendly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$10–$20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$20+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$29+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$20+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usage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Unlimited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Unlimited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Limited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Revenue Model /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Student Plan: $10/month (200 AI credits)</a:t>
            </a:r>
          </a:p>
          <a:p>
            <a:pPr>
              <a:defRPr sz="2400"/>
            </a:pPr>
            <a:r>
              <a:t>Pro Plan: $25/month (1,000 AI credits)</a:t>
            </a:r>
          </a:p>
          <a:p>
            <a:pPr>
              <a:defRPr sz="2400"/>
            </a:pPr>
            <a:r>
              <a:t>Upsell: Add-on credits, templates, enterprise licensing</a:t>
            </a:r>
          </a:p>
          <a:p>
            <a:pPr>
              <a:defRPr sz="2400"/>
            </a:pPr>
            <a:r>
              <a:t>SaaS recurring revenue focus</a:t>
            </a:r>
          </a:p>
        </p:txBody>
      </p:sp>
      <p:pic>
        <p:nvPicPr>
          <p:cNvPr id="4" name="Picture 3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CAC: $5–$10 per user</a:t>
            </a:r>
          </a:p>
          <a:p>
            <a:pPr>
              <a:defRPr sz="2400"/>
            </a:pPr>
            <a:r>
              <a:t>Monthly revenue: $10 (student plan)</a:t>
            </a:r>
          </a:p>
          <a:p>
            <a:pPr>
              <a:defRPr sz="2400"/>
            </a:pPr>
            <a:r>
              <a:t>Gross margin: ~70%</a:t>
            </a:r>
          </a:p>
          <a:p>
            <a:pPr>
              <a:defRPr sz="2400"/>
            </a:pPr>
            <a:r>
              <a:t>Payback period: 1–2 months</a:t>
            </a:r>
          </a:p>
          <a:p>
            <a:pPr>
              <a:defRPr sz="2400"/>
            </a:pPr>
            <a:r>
              <a:t>LTV: $70–$100 (7–10 months retention)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669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 i="1">
                <a:solidFill>
                  <a:srgbClr val="646464"/>
                </a:solidFill>
              </a:defRPr>
            </a:pPr>
            <a:r>
              <a:t>Note: Insert bar chart or KPIs visualization.</a:t>
            </a:r>
          </a:p>
        </p:txBody>
      </p:sp>
      <p:pic>
        <p:nvPicPr>
          <p:cNvPr id="5" name="Picture 4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Marketing &amp; Customer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Channels: YouTube tutorials, Reddit communities, Twitter/X, Google Ads</a:t>
            </a:r>
          </a:p>
          <a:p>
            <a:pPr>
              <a:defRPr sz="2400"/>
            </a:pPr>
            <a:r>
              <a:t>Low-cost, student &amp; dev-focused campaigns</a:t>
            </a:r>
          </a:p>
          <a:p>
            <a:pPr>
              <a:defRPr sz="2400"/>
            </a:pPr>
            <a:r>
              <a:t>Organic growth via tutorials and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669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 i="1">
                <a:solidFill>
                  <a:srgbClr val="646464"/>
                </a:solidFill>
              </a:defRPr>
            </a:pPr>
            <a:r>
              <a:t>Note: Funnel visualization (awareness → signup → paid subscriber)</a:t>
            </a:r>
          </a:p>
        </p:txBody>
      </p:sp>
      <p:pic>
        <p:nvPicPr>
          <p:cNvPr id="5" name="Picture 4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Roadmap / Future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Template marketplace</a:t>
            </a:r>
          </a:p>
          <a:p>
            <a:pPr>
              <a:defRPr sz="2400"/>
            </a:pPr>
            <a:r>
              <a:t>Team collaboration / multi-user support</a:t>
            </a:r>
          </a:p>
          <a:p>
            <a:pPr>
              <a:defRPr sz="2400"/>
            </a:pPr>
            <a:r>
              <a:t>GitHub sync &amp; version control</a:t>
            </a:r>
          </a:p>
          <a:p>
            <a:pPr>
              <a:defRPr sz="2400"/>
            </a:pPr>
            <a:r>
              <a:t>Mobile support / PWA</a:t>
            </a:r>
          </a:p>
          <a:p>
            <a:pPr>
              <a:defRPr sz="2400"/>
            </a:pPr>
            <a:r>
              <a:t>AI model improvements (code refactoring, optimization)</a:t>
            </a:r>
          </a:p>
        </p:txBody>
      </p:sp>
      <p:pic>
        <p:nvPicPr>
          <p:cNvPr id="4" name="Picture 3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/>
            </a:pPr>
            <a:r>
              <a:t>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High AI costs → Credit limits &amp; efficient prompt handling</a:t>
            </a:r>
          </a:p>
          <a:p>
            <a:pPr>
              <a:defRPr sz="2400"/>
            </a:pPr>
            <a:r>
              <a:t>Student churn → Learning paths + engagement</a:t>
            </a:r>
          </a:p>
          <a:p>
            <a:pPr>
              <a:defRPr sz="2400"/>
            </a:pPr>
            <a:r>
              <a:t>Payment failures/fraud → Stripe integration &amp; monitoring</a:t>
            </a:r>
          </a:p>
          <a:p>
            <a:pPr>
              <a:defRPr sz="2400"/>
            </a:pPr>
            <a:r>
              <a:t>Abuse → Rate-limiting + AI usage logs</a:t>
            </a:r>
          </a:p>
        </p:txBody>
      </p:sp>
      <p:pic>
        <p:nvPicPr>
          <p:cNvPr id="4" name="Picture 3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005840" cy="2828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 sz="4000"/>
            </a:pPr>
            <a:r>
              <a:t>Build Real SaaS Apps from Idea to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 i="0"/>
            </a:pPr>
            <a:r>
              <a:t>Contact: CodeLaunchAI.ai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 i="0">
                <a:solidFill>
                  <a:srgbClr val="465A8C"/>
                </a:solidFill>
              </a:defRPr>
            </a:pPr>
            <a:r>
              <a:t>Let’s talk – Investors &amp; early partners welcome!</a:t>
            </a:r>
          </a:p>
        </p:txBody>
      </p:sp>
      <p:pic>
        <p:nvPicPr>
          <p:cNvPr id="5" name="Picture 4" descr="CL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65760"/>
            <a:ext cx="2743200" cy="771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